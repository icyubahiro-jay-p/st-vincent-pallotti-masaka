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y-p/Desktop/FILES/PROJECTS/ST VINCENT PALLOTI MASAKA/public/ba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41248" y="2514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WEBSITE FOR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04672" y="283464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Saint Vincent Pallotti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Masaka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41248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online visitors into enrolled families.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"Strive Beyond"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School Leadership   ·   16 September 2026</a:t>
            </a:r>
            <a:endParaRPr lang="en-US" sz="115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You're Losing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088136"/>
          </a:xfrm>
          <a:prstGeom prst="roundRect">
            <a:avLst>
              <a:gd name="adj" fmla="val 840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2516"/>
            <a:ext cx="603504" cy="6035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4251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28216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website link is broken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03120"/>
            <a:ext cx="935705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and Facebook both point to a page that no longer loads.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4415" cy="1088136"/>
          </a:xfrm>
          <a:prstGeom prst="roundRect">
            <a:avLst>
              <a:gd name="adj" fmla="val 840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095244"/>
            <a:ext cx="603504" cy="6035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09524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80944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can't find real answers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55848"/>
            <a:ext cx="935705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page that explains admissions steps, programs, or requirements.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11094415" cy="1088136"/>
          </a:xfrm>
          <a:prstGeom prst="roundRect">
            <a:avLst>
              <a:gd name="adj" fmla="val 840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347972"/>
            <a:ext cx="603504" cy="6035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3479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33672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is scattered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608576"/>
            <a:ext cx="935705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and YouTube are active, but there is no home base tying it together.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11094415" cy="1088136"/>
          </a:xfrm>
          <a:prstGeom prst="roundRect">
            <a:avLst>
              <a:gd name="adj" fmla="val 840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600700"/>
            <a:ext cx="603504" cy="6035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56007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486400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costs you families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861304"/>
            <a:ext cx="935705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who can't find you online simply moves on to a school that shows up.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vs. The New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4846320"/>
          </a:xfrm>
          <a:prstGeom prst="roundRect">
            <a:avLst>
              <a:gd name="adj" fmla="val 188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937260" cy="38404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937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771775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7177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0320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website link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06749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067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95294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 for every question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641723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64172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30268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programs online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76697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45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5766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365242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55868" y="1600200"/>
            <a:ext cx="5387188" cy="4846320"/>
          </a:xfrm>
          <a:prstGeom prst="roundRect">
            <a:avLst>
              <a:gd name="adj" fmla="val 188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5908" y="1874520"/>
            <a:ext cx="2089404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75908" y="1874520"/>
            <a:ext cx="20894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NEW SITE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75908" y="2771775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75908" y="277177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24548" y="2560320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working site, live day and night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75908" y="3706749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5908" y="37067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24548" y="3495294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inquiry form that captures every lead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75908" y="4641723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5908" y="464172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124548" y="4430268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page for every program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75908" y="5576697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75908" y="55766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24548" y="5365242"/>
            <a:ext cx="4198468" cy="806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French, Kinyarwanda-ready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Families Will Notice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01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9631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program, its own page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find the right fit instantly, from Day Care through Secondary and TVET.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1600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6818" y="1801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9631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minutes, not emails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0632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inquiry form replaces back-and-forth messages.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7797" y="16002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6397" y="1801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49631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their language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30632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French, switching instantly, no page reload.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616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5663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right on any phone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62356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mobile first, since most visitors arrive on a phone.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8218" y="41605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6818" y="43616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6818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2538" y="505663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reach you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562356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WhatsApp button and turn-by-turn map directions.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7797" y="416052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6397" y="43616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6397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02117" y="5056632"/>
            <a:ext cx="29666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day or night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02117" y="562356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mode match whatever the visitor's device prefers.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Path for Every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50008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impression, key stats, admissions call to 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9930" y="1600200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2810" y="17830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281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5962" y="2350008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5962" y="2697480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Pallottine heritage, mission, and milestones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1221" y="1600200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4101" y="17830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4101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47253" y="2350008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Hub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47253" y="2697480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Cambridge and National curricula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88792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71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471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038600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Program Pages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386072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Care through National Secondary, each with its own page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9930" y="3288792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2810" y="3471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2810" y="3471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5962" y="4038600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5962" y="4386072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hands-on trades, from Welding to Culinary Arts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1221" y="3288792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4101" y="34716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4101" y="3471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47253" y="4038600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47253" y="4386072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process and a working inquiry form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77384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1602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5160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5727192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Life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6074664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achievements, Instagram and YouTube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19930" y="4977384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02810" y="51602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02810" y="5160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5962" y="5727192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575962" y="6074664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WhatsApp, email, and a map with directions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91221" y="4977384"/>
            <a:ext cx="3551834" cy="1469136"/>
          </a:xfrm>
          <a:prstGeom prst="roundRect">
            <a:avLst>
              <a:gd name="adj" fmla="val 6224"/>
            </a:avLst>
          </a:prstGeom>
          <a:solidFill>
            <a:srgbClr val="081D34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74101" y="51602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74101" y="5160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347253" y="5727192"/>
            <a:ext cx="303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Everywhere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347253" y="6074664"/>
            <a:ext cx="3039770" cy="234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pages, in English and French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Inquiry, Captured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920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128016" cy="128016"/>
          </a:xfrm>
          <a:prstGeom prst="ellipse">
            <a:avLst/>
          </a:prstGeom>
          <a:solidFill>
            <a:srgbClr val="D9DDE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92808"/>
            <a:ext cx="128016" cy="128016"/>
          </a:xfrm>
          <a:prstGeom prst="ellipse">
            <a:avLst/>
          </a:prstGeom>
          <a:solidFill>
            <a:srgbClr val="D9DDE3"/>
          </a:solidFill>
          <a:ln/>
        </p:spPr>
      </p:sp>
      <p:sp>
        <p:nvSpPr>
          <p:cNvPr id="7" name="Shape 5"/>
          <p:cNvSpPr/>
          <p:nvPr/>
        </p:nvSpPr>
        <p:spPr>
          <a:xfrm>
            <a:off x="1353312" y="1892808"/>
            <a:ext cx="128016" cy="128016"/>
          </a:xfrm>
          <a:prstGeom prst="ellipse">
            <a:avLst/>
          </a:prstGeom>
          <a:solidFill>
            <a:srgbClr val="D9DD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774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918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OF INTEREST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062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446227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669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669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Inquiry  →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24728" y="18882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24728" y="18882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655064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minute, from any phone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020824"/>
            <a:ext cx="5059375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inquire without drafting an email or waiting for office hours.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24728" y="314096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24728" y="31409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907792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73552"/>
            <a:ext cx="5059375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immediately that the school received their message.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24728" y="439369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24728" y="43936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160520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organized inbox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26280"/>
            <a:ext cx="5059375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inquiry lands in one place, not scattered across WhatsApp and Facebook.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24728" y="564642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24728" y="56464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413248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ready-to-follow-up list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779008"/>
            <a:ext cx="5059375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visitors become warm leads your admissions team can act on.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Families Recognize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pic>
        <p:nvPicPr>
          <p:cNvPr id="5" name="Image 0" descr="/home/jay-p/Desktop/FILES/PROJECTS/ST VINCENT PALLOTI MASAKA/public/ba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301752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394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"Strive Beyond"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892040" y="209397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892808"/>
            <a:ext cx="6156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crest, your motto, everywhere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2221992"/>
            <a:ext cx="6156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crest and "Strive Beyond" carry through every page a family visits.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68112" y="2935224"/>
            <a:ext cx="6156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calm, confident palette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68112" y="3264408"/>
            <a:ext cx="6156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navy and gold identity, used the same way on every screen.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41788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920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68112" y="3977640"/>
            <a:ext cx="6156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touch of home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68112" y="4306824"/>
            <a:ext cx="6156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 nod to Rwandan Imigongo art, a small source of pride, not a distraction.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92040" y="522122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68112" y="5020056"/>
            <a:ext cx="6156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read, anywhere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68112" y="5349240"/>
            <a:ext cx="6156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modern typography that holds up on a small phone screen as well as a laptop.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989320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7F8FA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6080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A2540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79576" y="60807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057400" y="6080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459736" y="60807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37560" y="6080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39896" y="60807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Reliable, Built to Last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91740"/>
            <a:ext cx="3484778" cy="3063240"/>
          </a:xfrm>
          <a:prstGeom prst="roundRect">
            <a:avLst>
              <a:gd name="adj" fmla="val 298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02409" y="269748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02409" y="2697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261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7482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quickly, even on slower mobile connections, so visitors don't leave before they arrive.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3458" y="2491740"/>
            <a:ext cx="3484778" cy="3063240"/>
          </a:xfrm>
          <a:prstGeom prst="roundRect">
            <a:avLst>
              <a:gd name="adj" fmla="val 298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07228" y="269748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07228" y="2697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37261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427482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modern, actively maintained foundation used by large organizations worldwide, with automatic security.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2491740"/>
            <a:ext cx="3484778" cy="3063240"/>
          </a:xfrm>
          <a:prstGeom prst="roundRect">
            <a:avLst>
              <a:gd name="adj" fmla="val 298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12046" y="269748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12046" y="2697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86877" y="37261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Cost to Run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24037" y="427482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starts on a generous free tier, with no license fees and no vendor lock-in.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to Go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0" y="2039112"/>
            <a:ext cx="7802575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6002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38648" y="16002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38648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539935" y="160020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39935" y="1600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291840" cy="361188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090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Details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57600"/>
            <a:ext cx="2743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phone, email, and WhatsApp number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ten Google reviews to feature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9928" y="2834640"/>
            <a:ext cx="3291840" cy="361188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24248" y="3090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Content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724248" y="3657600"/>
            <a:ext cx="2743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program's description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requirements are accurate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51215" y="2834640"/>
            <a:ext cx="3291840" cy="361188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27000" dist="38100" dir="5400000">
              <a:srgbClr val="0A254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25535" y="30906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Launch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625535" y="3657600"/>
            <a:ext cx="2743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domain name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moving to live hosting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VINCENT PALLOTTI SCHOOL MASAKA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565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y-p/Desktop/FILES/PROJECTS/ST VINCENT PALLOTI MASAKA/public/ba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Saint Vincent Pallotti School Masaka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ready to meet families online.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41248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set a go-live date.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41248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·   "Strive Beyond"</a:t>
            </a:r>
            <a:endParaRPr lang="en-US" sz="125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2026-09-16T21:33:28Z</dcterms:created>
  <dcterms:modified xsi:type="dcterms:W3CDTF">2026-09-16T21:33:28Z</dcterms:modified>
</cp:coreProperties>
</file>