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76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88036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Georgia"/>
              </a:rPr>
              <a:t>Saint Vincent Pallotti School Masaka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9A227"/>
                </a:solidFill>
                <a:latin typeface="Georgia"/>
              </a:rPr>
              <a:t>New Website: 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206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"Strive Beyond"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D2E0"/>
                </a:solidFill>
                <a:latin typeface="Calibri"/>
              </a:rPr>
              <a:t>Prepared 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What We'll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A short walkthrough of the new site,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9601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The problem and the solution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What makes this site stand out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A tour of every page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Key features for families and staff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The technology behind it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Design system: colors, type, and visual identity</a:t>
            </a:r>
          </a:p>
          <a:p>
            <a:pPr>
              <a:lnSpc>
                <a:spcPct val="130000"/>
              </a:lnSpc>
              <a:spcAft>
                <a:spcPts val="16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▪  Decisions needed before going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 and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212080" cy="47548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212080" cy="502920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The school's Google Business Profile and Facebook page both link to a website that no longer works.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There is no public page for admissions, exam results, or school life.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The school has grown fast and expanded its campus in 2022, but the online presence has not kept up.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The school is active on Instagram and YouTube, with nowhere central to point people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5212080" cy="47548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212080" cy="502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20"/>
            <a:ext cx="4663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488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A clean, modern, mobile first website covering every program the school offers.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A working online admissions inquiry form, not just a contact email.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Bilingual English and French content, switchable instantly.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350">
                <a:solidFill>
                  <a:srgbClr val="1A1A1A"/>
                </a:solidFill>
                <a:latin typeface="Calibri"/>
              </a:rPr>
              <a:t>▪  Built to be easy to extend, including adding Kinyarwanda as a third language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What Makes This Site Stand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Covers the school's full offering in one place: Day Care, Kindergarten, Special Needs Education, Cambridge Primary, National Primary and Secondary, and TVET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6304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7276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dedicated page for every academic program, not just one crowded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1752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real, working admissions inquiry form, not just a contact email address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1752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01752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2724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Bilingual English and French, switchable instantly without leaving the page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7200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7200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Light and dark mode, matching what a visitor's phone or computer already prefers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572000"/>
            <a:ext cx="5349240" cy="141732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572000"/>
            <a:ext cx="91440" cy="1417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81728"/>
            <a:ext cx="475488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floating WhatsApp button and one tap Google Maps directions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Page for Every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Part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37744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417320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17320"/>
            <a:ext cx="237744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417320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URL Path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1417320"/>
            <a:ext cx="630936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7528" y="1417320"/>
            <a:ext cx="6126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01368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801368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1801368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80136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Homepage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180136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7528" y="1801368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Hero banner, key stats, program grid, education pathway, admissions call to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21992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80360" y="2221992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57800" y="2221992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2219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About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8" y="22219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/about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7528" y="2221992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Pallottine charism, mission and values, milestones timeline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42616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2642616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57800" y="2642616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64261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Academics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0088" y="264261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2642616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Curriculum comparison, subject highlights, links to every program 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06324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306324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257800" y="3063240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306324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Day Care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90088" y="306324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/academics/day-care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3063240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83864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360" y="3483864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57800" y="3483864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48386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Kindergarten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90088" y="348386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/academics/kindergarten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7528" y="3483864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0448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360" y="390448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57800" y="3904488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39044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Special Needs Education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0088" y="39044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/academics/special-needs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67528" y="3904488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325112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360" y="4325112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57800" y="4325112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" y="432511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Cambridge Primary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90088" y="432511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/academics/cambridge-primary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67528" y="4325112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Page for Every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Part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37744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417320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17320"/>
            <a:ext cx="237744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417320"/>
            <a:ext cx="2194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URL Path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1417320"/>
            <a:ext cx="6309360" cy="384048"/>
          </a:xfrm>
          <a:prstGeom prst="rect">
            <a:avLst/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7528" y="1417320"/>
            <a:ext cx="6126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01368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801368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1801368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80136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National Primary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180136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/academics/national-primary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7528" y="1801368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21992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80360" y="2221992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57800" y="2221992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2219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National Secondary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8" y="22219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/academics/national-secondary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7528" y="2221992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Age range, overview, highlights, direct apply button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42616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2642616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57800" y="2642616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64261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TVET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0088" y="264261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/tvet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2642616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Five trades: Welding, Tailoring, Hairdressing, Carpentry, Culinary 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06324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306324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257800" y="3063240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306324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Admissions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90088" y="306324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/admissions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3063240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Step by step process, requirements checklist, working inquiry form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83864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360" y="3483864"/>
            <a:ext cx="237744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57800" y="3483864"/>
            <a:ext cx="6309360" cy="420624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48386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School Life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90088" y="348386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/news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7528" y="3483864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News highlights, links to Instagram and YouTube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0448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360" y="390448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57800" y="3904488"/>
            <a:ext cx="6309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39044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Contact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0088" y="39044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/contact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67528" y="3904488"/>
            <a:ext cx="608990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Phone, WhatsApp, email, office hours, embedded map with directions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The features that matter most for families and staff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269748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1848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Bilingual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Every page, menu, and form is fully translated. Language switches instantly.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269748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61848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Light and Dark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0312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site matches the visitor's device settings automatically.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269748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61848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Admissions 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Parents submit a request directly from the site, with instant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41732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40" y="1417320"/>
            <a:ext cx="269748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61848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Program Pages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10312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Every program has its own dedicated page and shareable link.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611880"/>
            <a:ext cx="26974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81304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WhatsApp Button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9768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Available on every page, opening a chat instantly.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61188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37560" y="3611880"/>
            <a:ext cx="26974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0440" y="381304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Mobile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429768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Built for phones first, then adapted to larger screens.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61188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611880"/>
            <a:ext cx="26974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81304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Google Maps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29768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One tap opens turn by turn directions to the campus.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06840" y="3611880"/>
            <a:ext cx="2697480" cy="201168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06840" y="3611880"/>
            <a:ext cx="26974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813048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Fast Loading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297680"/>
            <a:ext cx="2331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Pages load quickly, even on slower mobile connections.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What the site is built with, and why it was chosen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210312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508760"/>
            <a:ext cx="40233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0" y="1508760"/>
            <a:ext cx="49377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08760"/>
            <a:ext cx="18288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A2540"/>
                </a:solidFill>
                <a:latin typeface="Georgia"/>
              </a:rPr>
              <a:t>Next.js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508760"/>
            <a:ext cx="37490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framework the whole site is built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508760"/>
            <a:ext cx="46177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Used by large companies worldwide, actively maintained, built for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21031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40" y="2514600"/>
            <a:ext cx="402336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2514600"/>
            <a:ext cx="493776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18288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A2540"/>
                </a:solidFill>
                <a:latin typeface="Georgia"/>
              </a:rPr>
              <a:t>React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514600"/>
            <a:ext cx="37490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Builds the interactive parts of every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6177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The most widely used tool for modern websites, easy to find developers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20440"/>
            <a:ext cx="210312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6040" y="3520440"/>
            <a:ext cx="40233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9400" y="3520440"/>
            <a:ext cx="49377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520440"/>
            <a:ext cx="18288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A2540"/>
                </a:solidFill>
                <a:latin typeface="Georgia"/>
              </a:rPr>
              <a:t>TypeScript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520440"/>
            <a:ext cx="37490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Catches mistakes before they reach visitors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520440"/>
            <a:ext cx="46177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Fewer bugs today, easier to maintain safely as the site grows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21031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06040" y="4526280"/>
            <a:ext cx="402336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29400" y="4526280"/>
            <a:ext cx="493776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18288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A2540"/>
                </a:solidFill>
                <a:latin typeface="Georgia"/>
              </a:rPr>
              <a:t>Tailwind CSS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526280"/>
            <a:ext cx="37490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Handles all the visual styling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526280"/>
            <a:ext cx="46177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Keeps the design consistent across every page and quick to update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532120"/>
            <a:ext cx="210312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5532120"/>
            <a:ext cx="40233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5532120"/>
            <a:ext cx="4937760" cy="896112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18288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A2540"/>
                </a:solidFill>
                <a:latin typeface="Georgia"/>
              </a:rPr>
              <a:t>Vercel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5532120"/>
            <a:ext cx="374904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Where the live site would be hosted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5532120"/>
            <a:ext cx="46177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Built by the creators of Next.js, generous free tier, automatic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The colors, type, and visual language used across the 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94360" cy="384048"/>
          </a:xfrm>
          <a:prstGeom prst="rect">
            <a:avLst/>
          </a:prstGeom>
          <a:solidFill>
            <a:srgbClr val="0A2540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417320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Deep Navy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41732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#0A2540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417320"/>
            <a:ext cx="6400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Header, footer, primary buttons, main brand color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39112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130552"/>
            <a:ext cx="594360" cy="384048"/>
          </a:xfrm>
          <a:prstGeom prst="rect">
            <a:avLst/>
          </a:prstGeom>
          <a:solidFill>
            <a:srgbClr val="C9A227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2039112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Soft Gold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03911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#C9A227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039112"/>
            <a:ext cx="6400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Accents, highlights, call to action buttons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60904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752344"/>
            <a:ext cx="594360" cy="384048"/>
          </a:xfrm>
          <a:prstGeom prst="rect">
            <a:avLst/>
          </a:prstGeom>
          <a:solidFill>
            <a:srgbClr val="0D9488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2660904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Rwanda Teal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2660904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#0D9488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660904"/>
            <a:ext cx="6400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Section labels and small accents, a nod to Rwanda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82696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374136"/>
            <a:ext cx="594360" cy="38404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3282696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Off White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328269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#F8F9FA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282696"/>
            <a:ext cx="6400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main page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04488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995928"/>
            <a:ext cx="594360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7320" y="3904488"/>
            <a:ext cx="1920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Dark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390448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4748B"/>
                </a:solidFill>
                <a:latin typeface="Calibri"/>
              </a:rPr>
              <a:t>#1A1A1A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904488"/>
            <a:ext cx="6400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Body text throughout the site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54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A2540"/>
                </a:solidFill>
                <a:latin typeface="Georgia"/>
              </a:rPr>
              <a:t>TYPOGRAPHY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Headings use a warm serif typeface (Fraunces) for a formal, established feel. Body text uses a clean, highly readable sans-serif typeface (Inter) for paragraphs, menus, and buttons.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6858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C7D2E0"/>
                </a:solidFill>
                <a:latin typeface="Calibri"/>
              </a:rPr>
              <a:t>Decisions and content needed before the site can go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16459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66420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Choose and purchase a domain name (.org preferred, .ac.rw or .org.rw for local credibility)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03120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225856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Replace the placeholder phone number with the school's real number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97480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" y="285292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9748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Replace the placeholder admissions email address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91840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" y="344728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29184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Replace the placeholder WhatsApp number used by the floating chat button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86200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" y="404164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8862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Connect the admissions form to a real inbox or database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80560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" y="463600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4805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Provide five to ten real Google reviews to feature on the homepage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74920"/>
            <a:ext cx="10881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523036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7492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Approve moving the site to live hosting on Vercel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669280"/>
            <a:ext cx="10881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" y="5824728"/>
            <a:ext cx="256032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66928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Review every program description and requirement for accuracy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Saint Vincent Pallotti School Masaka  |  Website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29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C9A227"/>
                </a:solidFill>
                <a:latin typeface="Calibri"/>
              </a:rPr>
              <a:t>Questions and feedback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D2E0"/>
                </a:solidFill>
                <a:latin typeface="Calibri"/>
              </a:rPr>
              <a:t>Saint Vincent Pallotti School Masaka  |  "Strive Beyond"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